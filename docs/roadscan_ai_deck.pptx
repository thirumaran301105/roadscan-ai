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RoadScan AI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camera detection with real-time driver alerts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B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Detects, warns the driver in the moment, geotags, and prioritizes repairs - built on a real, tested YOLOv8 model.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 •  Public Safety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9,438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deaths, 2020-2024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5 years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 lakh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liability per death (2025 ruling)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Potholes kill about 5 people a day in India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CEB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9,438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 to pothole accidents, 2020-2024 (MoRTH, tabled in Parliament)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69164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CEBEB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703320" y="2651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pothole deaths over just 5 years - despite rising road spend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AEED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pothole deaths nationally happened in one state - Uttar Pradesh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98280" y="169164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AEEDA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 lakh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81160" y="2651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per death - Bombay HC's Oct 2025 strict-liability ruling on civic bodies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traffic police say deaths are under-reported and civic bodies are alerted "almost every day" without action.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MoRTH data tabled in Lok Sabha, 2025; Bombay High Court ruling, October 2025; Deccan Herald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is manual, inconsistent, and reactive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7F6F3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or officers spot a pothole and report it manually, if at all.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police say they alert civic bodies "almost every day" with no consistent action.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death only counts as "pothole-related" if the FIR explicitly says so - so the true toll is likely undercounted.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way to verify a repair actually happened.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camera signal watches the road as the vehicle drives - not a recording reviewed later.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is warned immediately - on-screen and audibly - the moment a pothole is detected, with real reaction time to slow down.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detection is geotagged and merged into the municipal repair queue - one pass, two audiences.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 pass driving the same route without a detection closes the loop - repair verified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continuous camera signal to a warned driver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2A2C2F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&amp; warn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camera feed is watched continuously. The moment a pothole is detected, the driver gets an immediate visual + audio warning - in time to react.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2A2C2F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geotagged and ranked by severity x road type x how many times it's been re-confirmed.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2A2C2F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repairs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loop: two independent clean passes over a known pothole location auto-marks it repaired.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signal in, driver warned, repair queued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63040" y="1554480"/>
            <a:ext cx="9235440" cy="713232"/>
          </a:xfrm>
          <a:prstGeom prst="roundRect">
            <a:avLst>
              <a:gd name="adj" fmla="val 10256"/>
            </a:avLst>
          </a:prstGeom>
          <a:solidFill>
            <a:srgbClr val="F7F6F3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162763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signal + GPS provider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9385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Webcam, dashcam, or phone stream + live position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2395728"/>
            <a:ext cx="9235440" cy="713232"/>
          </a:xfrm>
          <a:prstGeom prst="roundRect">
            <a:avLst>
              <a:gd name="adj" fmla="val 10256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24688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loop (background thread)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7797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frames, runs YOLOv8-seg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3236976"/>
            <a:ext cx="9235440" cy="713232"/>
          </a:xfrm>
          <a:prstGeom prst="roundRect">
            <a:avLst>
              <a:gd name="adj" fmla="val 10256"/>
            </a:avLst>
          </a:prstGeom>
          <a:solidFill>
            <a:srgbClr val="F7F6F3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31012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 + deduplicate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362102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repeat sightings of one pothole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4078224"/>
            <a:ext cx="9235440" cy="713232"/>
          </a:xfrm>
          <a:prstGeom prst="roundRect">
            <a:avLst>
              <a:gd name="adj" fmla="val 10256"/>
            </a:avLst>
          </a:prstGeom>
          <a:solidFill>
            <a:srgbClr val="FAEEDA"/>
          </a:solidFill>
          <a:ln w="12700">
            <a:solidFill>
              <a:srgbClr val="F0C9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41513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446227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- insists the driver, with cooldown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4919472"/>
            <a:ext cx="9235440" cy="713232"/>
          </a:xfrm>
          <a:prstGeom prst="roundRect">
            <a:avLst>
              <a:gd name="adj" fmla="val 10256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499262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alert (WebSocket) + Priority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53035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+ audio warning, and the municipal repair queue - same detection, two audiences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 MOCKUP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end-to-end with a real photo, not a placeholder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246888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44805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pothole photo through the live capture code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 confidence, classified "severe", correctly geotagged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First-ever sighting of that pothole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alert fired instantly - "SEVERE POTHOLE AHEAD"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on re-sighting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photo processed again at the same 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into the same record (sighting_count: 2), not duplicated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cooldown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re-detection of the same pothole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Correctly suppressed - no repeat alert 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34340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F7F6F3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44988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model isn't a stub, and the live capture, alert, and deduplication logic were run directly against real code paths with a real pothole photo - not mocked.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05840" y="5029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check: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segmentation inference took ~1 second per frame in testing - workable for slow driving, tight for highway speed. Full multi-threaded live-webcam operation over extended real time wasn't run in this sandbox; the underlying processing logic was verified directly instead. A GPU or edge device closes this gap for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pothole gets fixed with the same urgency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severity x road-type traffic weight x how many independent passes confirmed it - so a severe pothole on a busy highway always outranks a minor one on a quiet lane.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698480" cy="173736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2743200"/>
                <a:gridCol w="25603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repair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Arterial road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highway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road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illustrative rows using our test run's real severity output - the cost tiers and road-type weights are planning-level assumptions (see README), not verified municipal costings.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E1F5EE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5029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Bombay HC's ₹6 lakh per-death liability now in effect, every pothole a municipal fleet drives past unnoticed is a quantifiable financial risk - not just a safety one.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licensed model - not a black 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YOLOv8-segmentation (MIT licensed)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frame extraction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Pixel-mask severity scoring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4688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Background-thread continuous loop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gps_provider (phone / serial / demo)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live feed + WebSocket alerts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Haversine-based deduplication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GPS CSV parsing (batch mode)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23960" y="16916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24688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in-memory pothole store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build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municipal fleet pilot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6459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 small municipal fleet (garbage trucks, buses) to gather real coverage data at city scale.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&amp; traffic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26974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repair costs and road-type weights with real PWD costings and measured traffic volume.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7490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monocular depth or stereo camera input so severity reflects true pothole depth, not just frame-area.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crowdsourcing 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48006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any driver's phone contribute passes, dramatically increasing street coverage beyond fleet vehicles alone.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the judging criteria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731520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RoadScan AI delivers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driver alerts from a continuous camera signal, not just after-the-fact detection - plus closed-loop repair verification.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reduces civic liability exposure under the Bombay HC's 2025 strict-liability ruling, and warns drivers before damage/accidents occur.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excellence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licensed, tested segmentation model with a working live-capture loop, alert cooldown, and dedup logic - verified against real code paths.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 any dashcam + GPS log; scales from one municipal fleet to citywide crowdsourcing.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experience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upload workflow, live map, one-click repair confirmation for non-technical municipal staff.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it. Fix it. Prove it.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RoadScan AI - real detection, real prioritization, real repair verification.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2026-07-15T04:30:15Z</dcterms:created>
  <dcterms:modified xsi:type="dcterms:W3CDTF">2026-07-15T04:30:15Z</dcterms:modified>
</cp:coreProperties>
</file>